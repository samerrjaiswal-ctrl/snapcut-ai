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</p:sldIdLst>
  <p:sldSz cx="7772400" cy="10058400"/>
  <p:notesSz cx="77724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596900"/>
            <a:ext cx="26181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Arial"/>
                <a:cs typeface="Arial"/>
              </a:rPr>
              <a:t>DOC-</a:t>
            </a:r>
            <a:r>
              <a:rPr dirty="0" sz="2400">
                <a:latin typeface="Arial"/>
                <a:cs typeface="Arial"/>
              </a:rPr>
              <a:t>B</a:t>
            </a:r>
            <a:r>
              <a:rPr dirty="0" sz="2400" spc="-1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page</a:t>
            </a:r>
            <a:r>
              <a:rPr dirty="0" sz="2400" spc="-1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1</a:t>
            </a:r>
            <a:r>
              <a:rPr dirty="0" sz="2400" spc="-1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of</a:t>
            </a:r>
            <a:r>
              <a:rPr dirty="0" sz="2400" spc="-10">
                <a:latin typeface="Arial"/>
                <a:cs typeface="Arial"/>
              </a:rPr>
              <a:t> </a:t>
            </a:r>
            <a:r>
              <a:rPr dirty="0" sz="2400" spc="-50"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596900"/>
            <a:ext cx="26181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Arial"/>
                <a:cs typeface="Arial"/>
              </a:rPr>
              <a:t>DOC-</a:t>
            </a:r>
            <a:r>
              <a:rPr dirty="0" sz="2400">
                <a:latin typeface="Arial"/>
                <a:cs typeface="Arial"/>
              </a:rPr>
              <a:t>B</a:t>
            </a:r>
            <a:r>
              <a:rPr dirty="0" sz="2400" spc="-1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page</a:t>
            </a:r>
            <a:r>
              <a:rPr dirty="0" sz="2400" spc="-1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2</a:t>
            </a:r>
            <a:r>
              <a:rPr dirty="0" sz="2400" spc="-1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of</a:t>
            </a:r>
            <a:r>
              <a:rPr dirty="0" sz="2400" spc="-10">
                <a:latin typeface="Arial"/>
                <a:cs typeface="Arial"/>
              </a:rPr>
              <a:t> </a:t>
            </a:r>
            <a:r>
              <a:rPr dirty="0" sz="2400" spc="-50"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596900"/>
            <a:ext cx="26181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Arial"/>
                <a:cs typeface="Arial"/>
              </a:rPr>
              <a:t>DOC-</a:t>
            </a:r>
            <a:r>
              <a:rPr dirty="0" sz="2400">
                <a:latin typeface="Arial"/>
                <a:cs typeface="Arial"/>
              </a:rPr>
              <a:t>B</a:t>
            </a:r>
            <a:r>
              <a:rPr dirty="0" sz="2400" spc="-1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page</a:t>
            </a:r>
            <a:r>
              <a:rPr dirty="0" sz="2400" spc="-1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3</a:t>
            </a:r>
            <a:r>
              <a:rPr dirty="0" sz="2400" spc="-1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of</a:t>
            </a:r>
            <a:r>
              <a:rPr dirty="0" sz="2400" spc="-10">
                <a:latin typeface="Arial"/>
                <a:cs typeface="Arial"/>
              </a:rPr>
              <a:t> </a:t>
            </a:r>
            <a:r>
              <a:rPr dirty="0" sz="2400" spc="-50"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2026-08-26T12:19:54Z</dcterms:created>
  <dcterms:modified xsi:type="dcterms:W3CDTF">2026-08-26T12:19:54Z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v10.0.20182.1</vt:lpwstr>
  </property>
  <property fmtid="{D5CDD505-2E9C-101B-9397-08002B2CF9AE}" pid="3" name="Created">
    <vt:filetime>2026-08-26T00:00:00Z</vt:filetime>
  </property>
  <property fmtid="{D5CDD505-2E9C-101B-9397-08002B2CF9AE}" pid="4" name="LastSaved">
    <vt:filetime>2026-08-26T00:00:00Z</vt:filetime>
  </property>
</Properties>
</file>